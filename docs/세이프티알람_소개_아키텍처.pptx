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폐쇄망 고객사에 안전 알람 전달 기능을 납품하기 위한 소개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외부망 의존 없이 동작한다는 점이 이 구성의 존재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남습니다. 알람은 대시보드를 보지 않는 시간을 메우는 보조 채널입니다.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고객사 IT팀이 반박할 수 있는 지점이라 다음 장에 공식 문서 근거를 붙였습니다.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URL: learn.microsoft.com/microsoftteams/prepare-network, learn.microsoft.com/microsoft-365/enterprise/microsoft-365-network-connectivity-principles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단말이 주기적으로 물어보는 방식이 아니라 서버가 밀어 넣는 방식이라 지연이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폐쇄망에서 런타임 설치와 패키지 내려받기가 불가능한 점을 고려한 설계입니다.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 5는 안드로이드 방해금지 모드를 무시합니다. 야간 근무 시 중요한 차이입니다.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iOS는 우회 불가입니다. 계약 전에 반드시 합의해야 하는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 요건이 나오면 인증서 만료 관리가 유지보수 항목으로 추가된다는 점을 함께 설명하십시오.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항목은 실제 서버를 세워 확인한 결과입니다. 현장 검증은 고객사 환경에서 다시 수행합니다.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사전 확인 3종이 통과하지 못하면 구성 자체가 성립하지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-1371600"/>
            <a:ext cx="4937760" cy="4937760"/>
          </a:xfrm>
          <a:prstGeom prst="ellipse">
            <a:avLst/>
          </a:prstGeom>
          <a:solidFill>
            <a:srgbClr val="F2A93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알람 연동 제안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48716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세이프티 알람 전송 시스템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529584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A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환경에서 안전 이벤트를 현장 단말까지 즉시 전달합니다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" kern="0" dirty="0">
                <a:solidFill>
                  <a:srgbClr val="8B9A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 및 아키텍처  ·  2026.09  · 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없이, 사내망만으로 알람을 전달합니다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3493008" cy="1975104"/>
          </a:xfrm>
          <a:prstGeom prst="roundRect">
            <a:avLst>
              <a:gd name="adj" fmla="val 27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75104"/>
            <a:ext cx="2871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8163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외부망 연결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27248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인터넷·클라우드에 의존하지 않습니다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755648"/>
            <a:ext cx="3493008" cy="1975104"/>
          </a:xfrm>
          <a:prstGeom prst="roundRect">
            <a:avLst>
              <a:gd name="adj" fmla="val 27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0016" y="1975104"/>
            <a:ext cx="2871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28163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단말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3127248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상주 앱과 Android 단말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11312" y="1755648"/>
            <a:ext cx="3493008" cy="1975104"/>
          </a:xfrm>
          <a:prstGeom prst="roundRect">
            <a:avLst>
              <a:gd name="adj" fmla="val 27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22208" y="1975104"/>
            <a:ext cx="2871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시간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8522208" y="28163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미수신 보관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22208" y="3127248"/>
            <a:ext cx="2871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시 놓친 알람을 이어받습니다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41648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4352544"/>
            <a:ext cx="10250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감지된 안전 이벤트를 고객사 내부에 설치한 알람 서버가 받아, PC와 현장 단말로 즉시 밀어 넣습니다.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4773168"/>
            <a:ext cx="10250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A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구간이 고객사 망 안에서 끝납니다. 외부 서비스 계정, 인터넷 회선, 방화벽 상시 예외가 필요하지 않습니다.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감지는 되고 있으나, 사람에게 닿는 경로가 없습니다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394960" cy="2871216"/>
          </a:xfrm>
          <a:prstGeom prst="roundRect">
            <a:avLst>
              <a:gd name="adj" fmla="val 191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029968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공백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487168"/>
            <a:ext cx="4626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이벤트가 감지되어도 확인 경로가 대시보드 하나뿐입니다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보고 있지 않으면 인지가 늦어집니다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자리를 비우면 전달이 끊깁니다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작업자는 대시보드 앞에 있지 않습니다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345936" y="1755648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채널에 필요한 세 가지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5936" y="2286000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593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76288" y="226771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즉시성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2578608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감지 후 수 초 내에 단말에 도달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5936" y="3328416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5936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331012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상시성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3621024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꺼져 있어도 수신, 앱을 열어둘 필요 없음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45936" y="4370832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45936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435254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폐쇄성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4663440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없이 고객사 망 안에서만 동작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기반 알림은 폐쇄망에서 성립하지 않습니다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394960" cy="1316736"/>
          </a:xfrm>
          <a:prstGeom prst="roundRect">
            <a:avLst>
              <a:gd name="adj" fmla="val 41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66544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0482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전용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23774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Teams는 Microsoft 365 클라우드 서비스로만 제공됩니다. 사내에 설치하는 Teams 서버 제품은 존재하지 않습니다.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45936" y="1755648"/>
            <a:ext cx="5394960" cy="1316736"/>
          </a:xfrm>
          <a:prstGeom prst="roundRect">
            <a:avLst>
              <a:gd name="adj" fmla="val 41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066544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0482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접속이 전제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23774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Microsoft가 제시하는 네트워크 준비 항목의 첫 번째가 전 사업장의 인터넷 접속과 M365 엔드포인트 개방입니다.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5394960" cy="1316736"/>
          </a:xfrm>
          <a:prstGeom prst="roundRect">
            <a:avLst>
              <a:gd name="adj" fmla="val 41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694176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허용 불가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0050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도메인만 골라 여는 선택적 허용을 Microsoft가 지원하지 않습니다. 공개된 엔드포인트 전체를 열어야 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45936" y="3383280"/>
            <a:ext cx="5394960" cy="1316736"/>
          </a:xfrm>
          <a:prstGeom prst="roundRect">
            <a:avLst>
              <a:gd name="adj" fmla="val 41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694176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목록이 계속 바뀜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40050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대상 목록이 정기적으로 갱신됩니다. 방화벽 예외가 1회 작업이 아니라 상시 운영 부담이 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055096" cy="841248"/>
          </a:xfrm>
          <a:prstGeom prst="roundRect">
            <a:avLst>
              <a:gd name="adj" fmla="val 6522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" y="5248656"/>
            <a:ext cx="10250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인터넷이 차단된 고객사 망에서 Teams는 알람 채널이 될 수 없습니다. 예외를 열더라도 외부망 연동이 상시 유지되어야 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근거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공식 문서로 확인한 내용입니다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항목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10128" y="1773936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내용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70848" y="17739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2048256"/>
            <a:ext cx="11347704" cy="1024128"/>
          </a:xfrm>
          <a:prstGeom prst="roundRect">
            <a:avLst>
              <a:gd name="adj" fmla="val 5357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194560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설치형 Teams 제품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2176272"/>
            <a:ext cx="56509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없습니다. 사내 설치형 통합 커뮤니케이션 제품은 Skype for Business Server SE이며 Teams와는 다른 별개 제품입니다.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70848" y="219456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Tech Community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" y="3218688"/>
            <a:ext cx="1134770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64992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접속 요구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10128" y="3346704"/>
            <a:ext cx="56509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준비 확인 항목 1번이 전 사업장의 인터넷 접속입니다. 더해 M365 엔드포인트의 TCP 포트와 IP 개방을 요구합니다.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070848" y="33649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Learn — Prepare your network for Teams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" y="4389120"/>
            <a:ext cx="11347704" cy="1024128"/>
          </a:xfrm>
          <a:prstGeom prst="roundRect">
            <a:avLst>
              <a:gd name="adj" fmla="val 5357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535424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일부만 허용 가능 여부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4517136"/>
            <a:ext cx="56509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불가합니다. 원문은 “Microsoft does not support selective allow-listing” 이며, 전체 엔드포인트 허용을 요구합니다.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070848" y="4535424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Learn — M365 network connectivity principles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77900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확인.  Skype for Business Server 2015 / 2019 는 2025년 10월 지원이 종료되었습니다.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망 안에 알람 서버를 두는 구성입니다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8796528" cy="2816352"/>
          </a:xfrm>
          <a:prstGeom prst="roundRect">
            <a:avLst>
              <a:gd name="adj" fmla="val 1299"/>
            </a:avLst>
          </a:prstGeom>
          <a:solidFill>
            <a:srgbClr val="F8FAFB"/>
          </a:solidFill>
          <a:ln w="15875">
            <a:solidFill>
              <a:srgbClr val="D8DFE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41248" y="1847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폐쇄망  ·  인터넷 연결 없음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7824" y="2395728"/>
            <a:ext cx="228600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8B9A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24128" y="261518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세이프티 백엔드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9260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감지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77056" y="2395728"/>
            <a:ext cx="2286000" cy="1060704"/>
          </a:xfrm>
          <a:prstGeom prst="roundRect">
            <a:avLst>
              <a:gd name="adj" fmla="val 6034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  <a:effectLst>
            <a:outerShdw sx="100000" sy="100000" kx="0" ky="0" algn="bl" rotWithShape="0" blurRad="76200" dist="12700" dir="5400000">
              <a:srgbClr val="8B9AA6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023360" y="261518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서버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9260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A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ntfy · TCP 8080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76288" y="1828800"/>
            <a:ext cx="2139696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8B9A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22592" y="20482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트레이 앱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235915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상주 · 자동 실행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76288" y="3218688"/>
            <a:ext cx="2139696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8B9A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22592" y="34381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단말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374904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ntfy 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36976" y="2926080"/>
            <a:ext cx="566928" cy="0"/>
          </a:xfrm>
          <a:prstGeom prst="line">
            <a:avLst/>
          </a:prstGeom>
          <a:noFill/>
          <a:ln w="22225">
            <a:solidFill>
              <a:srgbClr val="1B242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944368" y="301752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POST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인증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36208" y="2926080"/>
            <a:ext cx="310896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2359152"/>
            <a:ext cx="0" cy="1133856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47104" y="2359152"/>
            <a:ext cx="310896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47104" y="3493008"/>
            <a:ext cx="310896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705856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상시 연결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729216" y="2395728"/>
            <a:ext cx="1883664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5875">
            <a:solidFill>
              <a:srgbClr val="D8DFE5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9820656" y="2615184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365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58444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없음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27614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4974336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서버는 고객사 서버에 Docker 컨테이너로 설치됩니다. 단말은 서버에 상시 연결을 유지하고, 알람이 발생하면 서버가 그 연결로 밀어 넣습니다.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들어가는 것은 알람 서버 한 대입니다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92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767328" y="1792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36208" y="1792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위치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45168" y="1792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" y="2084832"/>
            <a:ext cx="11347704" cy="676656"/>
          </a:xfrm>
          <a:prstGeom prst="roundRect">
            <a:avLst>
              <a:gd name="adj" fmla="val 8108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31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서버 (ntfy)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2311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중계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231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서버 · Docker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345168" y="22311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8080 수신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" y="2871216"/>
            <a:ext cx="1134770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0175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세이프티 백엔드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30175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감지 및 발송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30175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서버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345168" y="3017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POST · 토큰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0624" y="3657600"/>
            <a:ext cx="11347704" cy="676656"/>
          </a:xfrm>
          <a:prstGeom prst="roundRect">
            <a:avLst>
              <a:gd name="adj" fmla="val 8108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8039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트레이 앱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767328" y="38039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수신 및 알림 표시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38039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수신 PC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345168" y="38039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0624" y="4443984"/>
            <a:ext cx="1134770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590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ntfy 앱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767328" y="45902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수신 및 알림 표시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4590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단말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345168" y="45902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504688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0976" y="5705856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앱은 .NET 자체 포함 단일 실행 파일입니다. 고객사 PC에 런타임을 따로 설치할 필요가 없고, 외부 패키지 의존이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흐름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감지에서 알림까지 네 단계입니다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11680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011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523744"/>
            <a:ext cx="2029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백엔드가 안전 이벤트를 판정합니다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2560320"/>
            <a:ext cx="201168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773936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2011680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61104" y="2011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2523744"/>
            <a:ext cx="2029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서버로 제목·본문·우선순위를 보냅니다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2560320"/>
            <a:ext cx="201168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82512" y="1773936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011680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68896" y="2011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523744"/>
            <a:ext cx="2029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구독 중인 단말 전체로 밀어 넣습니다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43416" y="2560320"/>
            <a:ext cx="201168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90304" y="1773936"/>
            <a:ext cx="2615184" cy="1572768"/>
          </a:xfrm>
          <a:prstGeom prst="roundRect">
            <a:avLst>
              <a:gd name="adj" fmla="val 348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2011680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8291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76688" y="2011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2523744"/>
            <a:ext cx="2029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PC와 단말에 알림과 경고음이 뜹니다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37124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정책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0624" y="4078224"/>
            <a:ext cx="11347704" cy="530352"/>
          </a:xfrm>
          <a:prstGeom prst="roundRect">
            <a:avLst>
              <a:gd name="adj" fmla="val 10345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151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5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" y="4206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넘어짐 감지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041648" y="420624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방해금지 모드를 무시하고 울립니다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0624" y="4681728"/>
            <a:ext cx="1134770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7548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" y="4809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위험구역 침입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041648" y="480974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소리와 함께 표시합니다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0624" y="5285232"/>
            <a:ext cx="11347704" cy="530352"/>
          </a:xfrm>
          <a:prstGeom prst="roundRect">
            <a:avLst>
              <a:gd name="adj" fmla="val 10345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53583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B7A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" y="5413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 미착용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041648" y="541324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알림으로 표시합니다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단말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실시간 수신이 불가능합니다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3493008" cy="2487168"/>
          </a:xfrm>
          <a:prstGeom prst="roundRect">
            <a:avLst>
              <a:gd name="adj" fmla="val 220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11680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트레이 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" y="245059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4CC3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45059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가능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44368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꺼져 있어도 받습니다. 프로그램이 실행 중이어야 하며, 부팅 시 자동 실행으로 등록합니다.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773936"/>
            <a:ext cx="3493008" cy="2487168"/>
          </a:xfrm>
          <a:prstGeom prst="roundRect">
            <a:avLst>
              <a:gd name="adj" fmla="val 220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0016" y="2011680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0016" y="245059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4CC3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016" y="245059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가능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2944368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백그라운드에 있어도 받습니다. 상시 연결 설정과 배터리 최적화 해제가 반드시 필요합니다.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11312" y="1773936"/>
            <a:ext cx="3493008" cy="2487168"/>
          </a:xfrm>
          <a:prstGeom prst="roundRect">
            <a:avLst>
              <a:gd name="adj" fmla="val 2206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22208" y="2011680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iPhone · iPad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22208" y="245059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22208" y="245059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불가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22208" y="2944368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애플이 앱의 상시 백그라운드 연결을 금지합니다. 우회하려면 애플 푸시 서버를 거쳐야 하고 이는 인터넷을 요구합니다.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553712"/>
            <a:ext cx="11055096" cy="1042416"/>
          </a:xfrm>
          <a:prstGeom prst="roundRect">
            <a:avLst>
              <a:gd name="adj" fmla="val 5263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" y="4773168"/>
            <a:ext cx="10250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단계에서 알람 수신 단말을 Android로 확정해 주십시오.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" y="5120640"/>
            <a:ext cx="10250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제약은 우회 방법이 없습니다. 도입 후에 발견되면 단말을 새로 구매해야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설계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전면 차단, 필요한 권한만 엽니다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48256"/>
            <a:ext cx="365760" cy="36576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029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차단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235915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토픽에 대한 접근을 기본 거부로 두고, 지정한 계정에만 권한을 부여합니다.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45936" y="1773936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048256"/>
            <a:ext cx="365760" cy="36576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029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분리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235915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계정은 쓰기 전용, 수신 계정은 읽기 전용입니다. 현장 단말은 알람을 보낼 수 없습니다.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273552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547872"/>
            <a:ext cx="365760" cy="36576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3529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발행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38587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발행 토큰으로만 알람을 보냅니다. 비밀번호를 코드나 설정에 두지 않습니다.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45936" y="3273552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547872"/>
            <a:ext cx="365760" cy="36576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529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시 자동 검증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38587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스크립트가 익명 발행과 수신 계정 발행이 실제로 차단되는지 확인하고 결과를 출력합니다.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구간 암호화에 대하여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065776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망 내부 통신이므로 기본 구성은 평문 HTTP입니다. 사설 인증서는 안드로이드가 신뢰하지 않을 수 있고 PC마다 인증서를 설치해야 해 일정이 늘어납니다. HTTPS가 요건이라면 사내 인증서 기반으로 별도 구성이 가능합니다.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절차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설치는 스크립트 1회 실행으로 끝납니다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73384" y="6291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93392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확인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505456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설치 여부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 8080 허용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APK 설치 허용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2651760"/>
            <a:ext cx="201168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773936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1993392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61104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설치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2505456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반입 파일 복사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1회 실행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계정·토큰 자동 생성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2651760"/>
            <a:ext cx="201168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82512" y="1773936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993392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68896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배포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505456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상주 앱 설치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단말 앱 설치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설정 적용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43416" y="2651760"/>
            <a:ext cx="201168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90304" y="1773936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1993392"/>
            <a:ext cx="365760" cy="3657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8291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76688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검증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2505456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이벤트 발생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도달 확인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복구 확인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3950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검증을 마친 항목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4256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4425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차단 — 수신 계정과 익명의 알람 발송이 실제로 거부됨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45936" y="44256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20256" y="4425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무손실 — 제목과 본문의 한글·특수문자가 그대로 전달됨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49194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" y="49194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이어받기 — 끊긴 동안 발생한 알람을 재연결 시 수신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9194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620256" y="49194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복구 — 서버 중단 후 재기동 시 단말이 자동 재연결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4132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54132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오류 안내 — 주소·계정·토픽 오류를 원인별로 구분해 알림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345936" y="54132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620256" y="54132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 자동 실행 — PC 재시작 후 상주 앱이 자동 기동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넘어갈 것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제안서에 명시할 제약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7556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단말은 실시간 알람 수신이 불가능합니다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2257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전달은 최선 노력 방식이며 자동 재발송이나 에스컬레이션이 없습니다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8950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여부와 확인 여부를 추적할 수 없습니다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45643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알람은 상주 프로그램이 실행 중일 때만 동작합니다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11055096" cy="859536"/>
          </a:xfrm>
          <a:prstGeom prst="roundRect">
            <a:avLst>
              <a:gd name="adj" fmla="val 6383"/>
            </a:avLst>
          </a:prstGeom>
          <a:solidFill>
            <a:srgbClr val="1B24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4352544"/>
            <a:ext cx="1025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알람은 보조 채널로 포지셔닝하십시오. 도달 보장이 계약 요건이라면 대시보드와 무전을 주 경로로 두어야 합니다.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230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55955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A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IT팀과 세 가지를 확인합니다 — 서버의 Docker 설치 여부, 단말에서 서버로의 8080 인바운드 허용, 현장 단말의 앱 설치 허용 여부. 이 중 하나라도 막히면 해당 경로가 통째로 사라지므로 설치 일정 전에 확정해야 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세이프티 알람 전송 시스템</dc:title>
  <dc:subject>PptxGenJS Presentation</dc:subject>
  <dc:creator>Safety</dc:creator>
  <cp:lastModifiedBy>Safety</cp:lastModifiedBy>
  <cp:revision>1</cp:revision>
  <dcterms:created xsi:type="dcterms:W3CDTF">2026-09-07T09:14:14Z</dcterms:created>
  <dcterms:modified xsi:type="dcterms:W3CDTF">2026-09-07T09:14:14Z</dcterms:modified>
</cp:coreProperties>
</file>